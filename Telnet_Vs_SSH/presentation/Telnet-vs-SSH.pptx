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strument Sans Medium" panose="020B0604020202020204" charset="0"/>
      <p:regular r:id="rId18"/>
    </p:embeddedFont>
    <p:embeddedFont>
      <p:font typeface="Instrument Sans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244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2500"/>
            <a:ext cx="8151763" cy="1263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Telnet vs SSH : du texte clair à la cryptographie en action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74198" y="2571750"/>
            <a:ext cx="8151763" cy="138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Mini-projet — Security de Réseau et Cryptography (S6) </a:t>
            </a:r>
            <a:endParaRPr lang="en-US" sz="1400" dirty="0"/>
          </a:p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Étudiants : Aslimani Nasr‑dine &amp; Adnane Kherbache</a:t>
            </a:r>
            <a:endParaRPr lang="en-US" sz="1400" dirty="0"/>
          </a:p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• Encadrant : Prof. Khalide Mekkaoui </a:t>
            </a:r>
            <a:endParaRPr lang="en-US" sz="14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Filière : Informatique et 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5738" y="647699"/>
            <a:ext cx="3292525" cy="61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866900"/>
            <a:ext cx="8151763" cy="2506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sécurité des communications réseau est essentielle : elle protège la confidentialité, l'intégrité et l'authenticité des échanges. Nous comparons deux protocoles historiques — l'un non sécurisé (Telnet) et l'autre sécurisé par chiffrement (SSH) — puis explorons l'automatisation de leur détection via apprentissage automatique</a:t>
            </a:r>
            <a:r>
              <a:rPr lang="en-US" sz="2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5738" y="800100"/>
            <a:ext cx="3292525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Problématique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2319" y="1813560"/>
            <a:ext cx="8151763" cy="252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3000"/>
              </a:lnSpc>
              <a:spcAft>
                <a:spcPts val="1250"/>
              </a:spcAft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Telnet transmet les données en texte clair : mots de passe et commandes sont lisibles sur le réseau. </a:t>
            </a:r>
            <a:endParaRPr lang="en-US" sz="1600" dirty="0"/>
          </a:p>
          <a:p>
            <a:pPr marL="285750" indent="-285750">
              <a:lnSpc>
                <a:spcPct val="133000"/>
              </a:lnSpc>
              <a:spcAft>
                <a:spcPts val="125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SSH chiffre les échanges, rendant le contenu inaudible sans clé. </a:t>
            </a:r>
            <a:endParaRPr lang="en-US" sz="16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 centrale : comment distinguer automatiquement Telnet et SSH à partir du trafic réseau capturé ?</a:t>
            </a:r>
            <a:endParaRPr lang="en-US"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6040" y="838201"/>
            <a:ext cx="3825240" cy="1241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Objectifs du projet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11359" y="2079204"/>
            <a:ext cx="8151763" cy="1806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85750" indent="-285750">
              <a:lnSpc>
                <a:spcPct val="20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Installer et configurer Telnet et SSH sur Ubuntu (localhost).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Capturer le trafic réseau local avec Wireshark pour chaque protocole.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Analyser les différences visibles au niveau des paquets et métadonnées.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Construire un modèle ML capable de classer automatiquement Telnet vs SSH</a:t>
            </a: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8860" y="777240"/>
            <a:ext cx="4343400" cy="1301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Environnement de travail 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6119" y="2019300"/>
            <a:ext cx="815176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lnSpc>
                <a:spcPct val="20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Système : Ubuntu (</a:t>
            </a:r>
            <a:r>
              <a:rPr lang="en-US" sz="1600" u="sng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localhost</a:t>
            </a: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Protocoles : Telnet &amp; SSH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Outil d’analyse : Wireshark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Langage : Python 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3236" y="807720"/>
            <a:ext cx="5457453" cy="739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Telnet vs SSH — comparaison concise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67979"/>
            <a:ext cx="1156246" cy="14452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9544" y="21679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Telnet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829544" y="2474491"/>
            <a:ext cx="2653829" cy="112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 sécurisé — données envoyées en texte clair. Facile à intercepter et lire (credentials, commandes).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53" y="2167979"/>
            <a:ext cx="1156320" cy="14453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94053" y="21679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SSH</a:t>
            </a:r>
            <a:endParaRPr lang="en-US" sz="1350" b="1" dirty="0"/>
          </a:p>
        </p:txBody>
      </p:sp>
      <p:sp>
        <p:nvSpPr>
          <p:cNvPr id="8" name="Text 4"/>
          <p:cNvSpPr/>
          <p:nvPr/>
        </p:nvSpPr>
        <p:spPr>
          <a:xfrm>
            <a:off x="5994053" y="2474491"/>
            <a:ext cx="2653829" cy="1138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Chiffrement des données : confidentialité et intégrité assurées. Authentification par clés ou mot de passe.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2307" y="982980"/>
            <a:ext cx="3659312" cy="107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Capture avec Wireshark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194560"/>
            <a:ext cx="860896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Procédure : démarrer capture, lancer sessions Telnet et SSH sur localhost  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658590"/>
            <a:ext cx="8151763" cy="14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85750" indent="-285750" algn="l">
              <a:lnSpc>
                <a:spcPct val="16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Paquets Telnet : payload lisible, motifs ASCII et commandes visibles.</a:t>
            </a:r>
            <a:endParaRPr lang="en-US" sz="1600" dirty="0"/>
          </a:p>
          <a:p>
            <a:pPr marL="285750" indent="-285750" algn="l">
              <a:lnSpc>
                <a:spcPct val="16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Paquets SSH : payload chiffré, apparence pseudo‑aléatoire dans l'octet stream.</a:t>
            </a:r>
            <a:endParaRPr lang="en-US" sz="1600" dirty="0"/>
          </a:p>
          <a:p>
            <a:pPr marL="285750" indent="-285750" algn="l">
              <a:lnSpc>
                <a:spcPct val="16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 visuelle : la présence de texte clair est un indicateur fort pour Telnet ; l'entropie élevée signale SSH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F4647F-F44D-4488-97A7-5D94C62F4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47" y="1783080"/>
            <a:ext cx="3610473" cy="2346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560C9D-3FD1-4A6D-8CC8-0FA848B73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80" y="1783080"/>
            <a:ext cx="3788404" cy="23469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D263DF-D64B-40CC-88D9-F0BF0AB9A112}"/>
              </a:ext>
            </a:extLst>
          </p:cNvPr>
          <p:cNvSpPr txBox="1"/>
          <p:nvPr/>
        </p:nvSpPr>
        <p:spPr>
          <a:xfrm>
            <a:off x="1935480" y="1120140"/>
            <a:ext cx="1428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Telnet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F10A7A-E081-4186-A2FF-87A662B393C0}"/>
              </a:ext>
            </a:extLst>
          </p:cNvPr>
          <p:cNvSpPr txBox="1"/>
          <p:nvPr/>
        </p:nvSpPr>
        <p:spPr>
          <a:xfrm>
            <a:off x="5996940" y="1120140"/>
            <a:ext cx="906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SSH</a:t>
            </a:r>
            <a:endParaRPr lang="fr-FR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924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0202" y="1188720"/>
            <a:ext cx="4483522" cy="57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Machine Learning — approche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97956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But : classer automatiquement les sessions en Telnet ou SSH à partir de caractéristiques extraites.   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365846"/>
            <a:ext cx="4004965" cy="1365052"/>
          </a:xfrm>
          <a:prstGeom prst="roundRect">
            <a:avLst>
              <a:gd name="adj" fmla="val 4362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25123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Features extraites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818879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taille des paquets, sessions length, entropie des payloads, fréquence d'octets particuliers, temporalité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2365846"/>
            <a:ext cx="4005039" cy="1365052"/>
          </a:xfrm>
          <a:prstGeom prst="roundRect">
            <a:avLst>
              <a:gd name="adj" fmla="val 4362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9363" y="25123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Modèles testés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2818879"/>
            <a:ext cx="3711997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Random Forest — robuste aux caractéristiques hétérogènes 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SVM — performant pour marges nettes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67740"/>
            <a:ext cx="3902943" cy="300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1149325"/>
            <a:ext cx="394610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Résultats et interprétation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1645444"/>
            <a:ext cx="3902943" cy="2330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  </a:t>
            </a: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 Random Forest offre la </a:t>
            </a:r>
            <a:r>
              <a:rPr lang="en-US" sz="120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meilleure</a:t>
            </a: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accuracy sur notre jeu de test.           </a:t>
            </a:r>
            <a:endParaRPr lang="en-US" sz="12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  - SVM performe bien mais est moins robuste aux caractéristiques bruitées.           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  - Limite : SSH reste difficile à analyser au contenu (chiffrement) — la détection repose sur métadonnées et mesures statistiques (entropie, tailles,).      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9358" y="922021"/>
            <a:ext cx="4885209" cy="79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6119" y="2118360"/>
            <a:ext cx="8151763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SSH est clairement plus sécurisé que Telnet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Wireshark montre la différence concrète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Machine Learning permet une classification automatique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Importance de la cybersécurité dans les réseaux modernes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50546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474</Words>
  <Application>Microsoft Office PowerPoint</Application>
  <PresentationFormat>On-screen Show (16:9)</PresentationFormat>
  <Paragraphs>59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Instrument Sans SemiBold</vt:lpstr>
      <vt:lpstr>Calibri</vt:lpstr>
      <vt:lpstr>Instrument Sans Medium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nasrdine nasrd</cp:lastModifiedBy>
  <cp:revision>7</cp:revision>
  <dcterms:created xsi:type="dcterms:W3CDTF">2026-06-21T20:43:39Z</dcterms:created>
  <dcterms:modified xsi:type="dcterms:W3CDTF">2026-06-22T08:52:10Z</dcterms:modified>
</cp:coreProperties>
</file>